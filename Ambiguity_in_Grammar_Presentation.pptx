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8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53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6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6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89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3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5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7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9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95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8997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84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64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79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71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7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99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What is Ambiguity in a Grammar?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Course </a:t>
            </a:r>
            <a:r>
              <a:rPr lang="en-US" dirty="0"/>
              <a:t>Title: Compiler </a:t>
            </a:r>
            <a:r>
              <a:rPr lang="en-US" dirty="0" smtClean="0"/>
              <a:t>Design(CoSc4022)</a:t>
            </a:r>
          </a:p>
          <a:p>
            <a:r>
              <a:rPr lang="en-US" dirty="0" smtClean="0"/>
              <a:t>Topic</a:t>
            </a:r>
            <a:r>
              <a:rPr lang="en-US" dirty="0"/>
              <a:t>: </a:t>
            </a:r>
            <a:r>
              <a:rPr lang="en-US" dirty="0" smtClean="0"/>
              <a:t>Ambiguity in a </a:t>
            </a:r>
            <a:r>
              <a:rPr lang="en-US" dirty="0" err="1" smtClean="0"/>
              <a:t>Grammer</a:t>
            </a:r>
            <a:endParaRPr lang="en-US" dirty="0" smtClean="0"/>
          </a:p>
          <a:p>
            <a:r>
              <a:rPr lang="en-US" dirty="0" smtClean="0"/>
              <a:t>Student </a:t>
            </a:r>
            <a:r>
              <a:rPr lang="en-US" dirty="0"/>
              <a:t>Name: </a:t>
            </a:r>
            <a:r>
              <a:rPr lang="en-US" dirty="0" err="1"/>
              <a:t>Adem</a:t>
            </a:r>
            <a:r>
              <a:rPr lang="en-US" dirty="0"/>
              <a:t> </a:t>
            </a:r>
            <a:r>
              <a:rPr lang="en-US" dirty="0" err="1" smtClean="0"/>
              <a:t>Seidu</a:t>
            </a:r>
            <a:endParaRPr lang="en-US" dirty="0" smtClean="0"/>
          </a:p>
          <a:p>
            <a:r>
              <a:rPr lang="en-US" dirty="0" smtClean="0"/>
              <a:t>ID </a:t>
            </a:r>
            <a:r>
              <a:rPr lang="en-US" dirty="0"/>
              <a:t>Number:1411142 </a:t>
            </a:r>
            <a:endParaRPr lang="en-US" dirty="0" smtClean="0"/>
          </a:p>
          <a:p>
            <a:r>
              <a:rPr lang="en-US" dirty="0" smtClean="0"/>
              <a:t>Tittle</a:t>
            </a:r>
            <a:r>
              <a:rPr lang="en-US" dirty="0"/>
              <a:t>: Individual </a:t>
            </a:r>
            <a:r>
              <a:rPr lang="en-US" dirty="0" smtClean="0"/>
              <a:t>Assignment 02 </a:t>
            </a:r>
          </a:p>
          <a:p>
            <a:r>
              <a:rPr lang="en-US" dirty="0" smtClean="0"/>
              <a:t>Submitted </a:t>
            </a:r>
            <a:r>
              <a:rPr lang="en-US" dirty="0" err="1"/>
              <a:t>to:Mr.Wendimu</a:t>
            </a:r>
            <a:r>
              <a:rPr lang="en-US" dirty="0"/>
              <a:t> B </a:t>
            </a:r>
            <a:endParaRPr lang="en-US" dirty="0" smtClean="0"/>
          </a:p>
          <a:p>
            <a:r>
              <a:rPr lang="en-US" dirty="0" smtClean="0"/>
              <a:t>Submission:01/05/2015EC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Grammar defines the structure of programming languages</a:t>
            </a:r>
          </a:p>
          <a:p>
            <a:pPr lvl="0"/>
            <a:r>
              <a:rPr lang="en-US" dirty="0"/>
              <a:t>Used by compilers during </a:t>
            </a:r>
            <a:r>
              <a:rPr lang="en-US" b="1" dirty="0"/>
              <a:t>syntax analysis</a:t>
            </a:r>
            <a:endParaRPr lang="en-US" dirty="0"/>
          </a:p>
          <a:p>
            <a:pPr lvl="0"/>
            <a:r>
              <a:rPr lang="en-US" dirty="0"/>
              <a:t>Determines whether a program is syntactically correct</a:t>
            </a:r>
          </a:p>
          <a:p>
            <a:r>
              <a:rPr lang="en-US" dirty="0"/>
              <a:t>Ambiguity is a major challenge in grammar design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Grammar in Compiler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Grammar describes the </a:t>
            </a:r>
            <a:r>
              <a:rPr lang="en-US" b="1" dirty="0"/>
              <a:t>syntax</a:t>
            </a:r>
            <a:r>
              <a:rPr lang="en-US" dirty="0"/>
              <a:t> of a language</a:t>
            </a:r>
            <a:endParaRPr lang="en-US" sz="2800" dirty="0"/>
          </a:p>
          <a:p>
            <a:pPr lvl="0"/>
            <a:r>
              <a:rPr lang="en-US" dirty="0"/>
              <a:t>Usually defined as a </a:t>
            </a:r>
            <a:r>
              <a:rPr lang="en-US" b="1" dirty="0"/>
              <a:t>Context-Free Grammar (CFG)</a:t>
            </a:r>
            <a:endParaRPr lang="en-US" sz="2800" dirty="0"/>
          </a:p>
          <a:p>
            <a:pPr lvl="0"/>
            <a:r>
              <a:rPr lang="en-US" dirty="0"/>
              <a:t>CFG consists of:</a:t>
            </a:r>
            <a:endParaRPr lang="en-US" sz="2800" dirty="0"/>
          </a:p>
          <a:p>
            <a:pPr lvl="1"/>
            <a:r>
              <a:rPr lang="en-US" dirty="0"/>
              <a:t>Terminals</a:t>
            </a:r>
            <a:endParaRPr lang="en-US" sz="2400" dirty="0"/>
          </a:p>
          <a:p>
            <a:pPr lvl="1"/>
            <a:r>
              <a:rPr lang="en-US" dirty="0"/>
              <a:t>Non-terminals</a:t>
            </a:r>
            <a:endParaRPr lang="en-US" sz="2400" dirty="0"/>
          </a:p>
          <a:p>
            <a:pPr lvl="1"/>
            <a:r>
              <a:rPr lang="en-US" dirty="0"/>
              <a:t>Production rules</a:t>
            </a:r>
            <a:endParaRPr lang="en-US" sz="2400" dirty="0"/>
          </a:p>
          <a:p>
            <a:pPr lvl="1"/>
            <a:r>
              <a:rPr lang="en-US" dirty="0"/>
              <a:t>Start symbol</a:t>
            </a:r>
            <a:endParaRPr lang="en-US" sz="2400" dirty="0"/>
          </a:p>
          <a:p>
            <a:pPr lvl="0"/>
            <a:r>
              <a:rPr lang="en-US" dirty="0"/>
              <a:t>Used by parsers to generate parse trees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grammar is </a:t>
            </a:r>
            <a:r>
              <a:rPr lang="en-US" b="1" dirty="0"/>
              <a:t>ambiguous</a:t>
            </a:r>
            <a:r>
              <a:rPr lang="en-US" dirty="0"/>
              <a:t> if:</a:t>
            </a:r>
            <a:endParaRPr lang="en-US" sz="2800" dirty="0"/>
          </a:p>
          <a:p>
            <a:pPr lvl="1"/>
            <a:r>
              <a:rPr lang="en-US" dirty="0"/>
              <a:t>A single string has </a:t>
            </a:r>
            <a:r>
              <a:rPr lang="en-US" b="1" dirty="0"/>
              <a:t>more than one parse tree</a:t>
            </a:r>
            <a:endParaRPr lang="en-US" sz="2400" dirty="0"/>
          </a:p>
          <a:p>
            <a:pPr lvl="1"/>
            <a:r>
              <a:rPr lang="en-US" dirty="0"/>
              <a:t>Or more than one leftmost/rightmost derivation</a:t>
            </a:r>
            <a:endParaRPr lang="en-US" sz="2400" dirty="0"/>
          </a:p>
          <a:p>
            <a:pPr lvl="0"/>
            <a:r>
              <a:rPr lang="en-US" dirty="0"/>
              <a:t>Ambiguity leads to </a:t>
            </a:r>
            <a:r>
              <a:rPr lang="en-US" b="1" dirty="0"/>
              <a:t>multiple interpretations</a:t>
            </a:r>
            <a:r>
              <a:rPr lang="en-US" dirty="0"/>
              <a:t> of the same program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Explanation Using CFG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Let </a:t>
            </a:r>
            <a:r>
              <a:rPr lang="en-US" b="1" dirty="0"/>
              <a:t>G = (V, T, P, S)</a:t>
            </a:r>
            <a:r>
              <a:rPr lang="en-US" dirty="0"/>
              <a:t> be a context-free grammar</a:t>
            </a:r>
            <a:endParaRPr lang="en-US" sz="2800" dirty="0"/>
          </a:p>
          <a:p>
            <a:pPr lvl="0"/>
            <a:r>
              <a:rPr lang="en-US" dirty="0"/>
              <a:t>Grammar </a:t>
            </a:r>
            <a:r>
              <a:rPr lang="en-US" b="1" dirty="0"/>
              <a:t>G</a:t>
            </a:r>
            <a:r>
              <a:rPr lang="en-US" dirty="0"/>
              <a:t> is ambiguous if:</a:t>
            </a:r>
            <a:endParaRPr lang="en-US" sz="2800" dirty="0"/>
          </a:p>
          <a:p>
            <a:pPr lvl="1"/>
            <a:r>
              <a:rPr lang="en-US" dirty="0"/>
              <a:t>∃ string </a:t>
            </a:r>
            <a:r>
              <a:rPr lang="en-US" i="1" dirty="0"/>
              <a:t>w</a:t>
            </a:r>
            <a:r>
              <a:rPr lang="en-US" dirty="0"/>
              <a:t> ∈ L(G)</a:t>
            </a:r>
            <a:endParaRPr lang="en-US" sz="2400" dirty="0"/>
          </a:p>
          <a:p>
            <a:pPr lvl="1"/>
            <a:r>
              <a:rPr lang="en-US" i="1" dirty="0"/>
              <a:t>w</a:t>
            </a:r>
            <a:r>
              <a:rPr lang="en-US" dirty="0"/>
              <a:t> has two or more distinct parse trees</a:t>
            </a:r>
            <a:endParaRPr lang="en-US" sz="2400" dirty="0"/>
          </a:p>
          <a:p>
            <a:pPr lvl="0"/>
            <a:r>
              <a:rPr lang="en-US" dirty="0"/>
              <a:t>Ambiguity depends on the grammar, not the language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Parse Tree?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Hierarchical tree representation of derivation</a:t>
            </a:r>
          </a:p>
          <a:p>
            <a:pPr lvl="0"/>
            <a:r>
              <a:rPr lang="en-US" dirty="0"/>
              <a:t>Root: Start symbol</a:t>
            </a:r>
          </a:p>
          <a:p>
            <a:pPr lvl="0"/>
            <a:r>
              <a:rPr lang="en-US" dirty="0"/>
              <a:t>Internal nodes: Non-terminals</a:t>
            </a:r>
          </a:p>
          <a:p>
            <a:pPr lvl="0"/>
            <a:r>
              <a:rPr lang="en-US" dirty="0"/>
              <a:t>Leaf nodes: Terminals</a:t>
            </a:r>
          </a:p>
          <a:p>
            <a:pPr lvl="0"/>
            <a:r>
              <a:rPr lang="en-US" dirty="0"/>
              <a:t>Shows how a string is generated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Ambiguity Occurs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Poorly designed production rules</a:t>
            </a:r>
          </a:p>
          <a:p>
            <a:pPr lvl="0"/>
            <a:r>
              <a:rPr lang="en-US" dirty="0"/>
              <a:t>Missing precedence or associativity rules</a:t>
            </a:r>
          </a:p>
          <a:p>
            <a:pPr lvl="0"/>
            <a:r>
              <a:rPr lang="en-US" dirty="0"/>
              <a:t>Overlapping grammar patterns</a:t>
            </a:r>
          </a:p>
          <a:p>
            <a:pPr lvl="0"/>
            <a:r>
              <a:rPr lang="en-US" dirty="0"/>
              <a:t>Common in expression and conditional grammars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Ambiguous Grammar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Grammar:</a:t>
            </a:r>
            <a:endParaRPr lang="en-US" dirty="0"/>
          </a:p>
          <a:p>
            <a:pPr lvl="0"/>
            <a:r>
              <a:rPr lang="en-US" dirty="0"/>
              <a:t>E → E + E</a:t>
            </a:r>
          </a:p>
          <a:p>
            <a:pPr lvl="0"/>
            <a:r>
              <a:rPr lang="en-US" dirty="0"/>
              <a:t>E → E * E</a:t>
            </a:r>
          </a:p>
          <a:p>
            <a:pPr lvl="0"/>
            <a:r>
              <a:rPr lang="en-US" dirty="0"/>
              <a:t>E → id</a:t>
            </a:r>
          </a:p>
          <a:p>
            <a:r>
              <a:rPr lang="en-US" b="1" dirty="0"/>
              <a:t>String:</a:t>
            </a:r>
            <a:r>
              <a:rPr lang="en-US" dirty="0"/>
              <a:t> id + id * id</a:t>
            </a:r>
          </a:p>
          <a:p>
            <a:pPr lvl="0"/>
            <a:r>
              <a:rPr lang="en-US" dirty="0"/>
              <a:t>Can be parsed in more than one 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Parse Trees (Arithmetic Example)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Parse Tree 1:</a:t>
            </a:r>
            <a:endParaRPr lang="en-US" dirty="0"/>
          </a:p>
          <a:p>
            <a:pPr lvl="0"/>
            <a:r>
              <a:rPr lang="en-US" dirty="0"/>
              <a:t>id + (id * id)</a:t>
            </a:r>
          </a:p>
          <a:p>
            <a:r>
              <a:rPr lang="en-US" b="1" dirty="0"/>
              <a:t>Parse Tree 2:</a:t>
            </a:r>
            <a:endParaRPr lang="en-US" dirty="0"/>
          </a:p>
          <a:p>
            <a:pPr lvl="0"/>
            <a:r>
              <a:rPr lang="en-US" dirty="0"/>
              <a:t>(id + id) * id</a:t>
            </a:r>
          </a:p>
          <a:p>
            <a:r>
              <a:rPr lang="en-US" b="1" dirty="0"/>
              <a:t>Result:</a:t>
            </a:r>
            <a:r>
              <a:rPr lang="en-US" dirty="0"/>
              <a:t> Different meanings → ambiguity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If-Else Ambiguity (Dangling Else Problem)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Grammar:</a:t>
            </a:r>
            <a:endParaRPr lang="en-US" dirty="0"/>
          </a:p>
          <a:p>
            <a:pPr lvl="0"/>
            <a:r>
              <a:rPr lang="en-US" dirty="0"/>
              <a:t>if E then S</a:t>
            </a:r>
          </a:p>
          <a:p>
            <a:pPr lvl="0"/>
            <a:r>
              <a:rPr lang="en-US" dirty="0"/>
              <a:t>if E then S else S</a:t>
            </a:r>
          </a:p>
          <a:p>
            <a:r>
              <a:rPr lang="en-US" b="1" dirty="0"/>
              <a:t>Issue:</a:t>
            </a:r>
            <a:endParaRPr lang="en-US" dirty="0"/>
          </a:p>
          <a:p>
            <a:pPr lvl="0"/>
            <a:r>
              <a:rPr lang="en-US" dirty="0"/>
              <a:t>Which if does the else belong to?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Importance of Ambiguity in Compiler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Causes confusion in syntax analysis</a:t>
            </a:r>
          </a:p>
          <a:p>
            <a:pPr lvl="0"/>
            <a:r>
              <a:rPr lang="en-US" dirty="0"/>
              <a:t>Leads to incorrect parse trees</a:t>
            </a:r>
          </a:p>
          <a:p>
            <a:pPr lvl="0"/>
            <a:r>
              <a:rPr lang="en-US" dirty="0"/>
              <a:t>Makes semantic analysis unreliable</a:t>
            </a:r>
          </a:p>
          <a:p>
            <a:pPr lvl="0"/>
            <a:r>
              <a:rPr lang="en-US" dirty="0"/>
              <a:t>Produces unexpected program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Compilers Must Eliminate Ambiguity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Deterministic parsing required</a:t>
            </a:r>
          </a:p>
          <a:p>
            <a:pPr lvl="0"/>
            <a:r>
              <a:rPr lang="en-US" dirty="0"/>
              <a:t>Efficient parser construction</a:t>
            </a:r>
          </a:p>
          <a:p>
            <a:pPr lvl="0"/>
            <a:r>
              <a:rPr lang="en-US" dirty="0"/>
              <a:t>Correct code generation</a:t>
            </a:r>
          </a:p>
          <a:p>
            <a:pPr lvl="0"/>
            <a:r>
              <a:rPr lang="en-US" dirty="0"/>
              <a:t>Reliable program behavior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Resolving Ambiguity – Grammar Rewriting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Rewrite grammar rules</a:t>
            </a:r>
          </a:p>
          <a:p>
            <a:pPr lvl="0"/>
            <a:r>
              <a:rPr lang="en-US" dirty="0"/>
              <a:t>Separate precedence levels</a:t>
            </a:r>
          </a:p>
          <a:p>
            <a:pPr lvl="0"/>
            <a:r>
              <a:rPr lang="en-US" dirty="0"/>
              <a:t>Introduce new non-terminals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0"/>
            <a:r>
              <a:rPr lang="en-US" dirty="0"/>
              <a:t>E → E + T | T</a:t>
            </a:r>
          </a:p>
          <a:p>
            <a:pPr lvl="0"/>
            <a:r>
              <a:rPr lang="en-US" dirty="0"/>
              <a:t>T → T * F | F</a:t>
            </a:r>
          </a:p>
          <a:p>
            <a:pPr lvl="0"/>
            <a:r>
              <a:rPr lang="en-US" dirty="0"/>
              <a:t>F → 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 Precedence &amp; Associativity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Define precedence:</a:t>
            </a:r>
            <a:endParaRPr lang="en-US" sz="2800" dirty="0"/>
          </a:p>
          <a:p>
            <a:pPr lvl="1"/>
            <a:r>
              <a:rPr lang="en-US" sz="1800" dirty="0"/>
              <a:t>*</a:t>
            </a:r>
            <a:r>
              <a:rPr lang="en-US" dirty="0"/>
              <a:t> higher than </a:t>
            </a:r>
            <a:r>
              <a:rPr lang="en-US" sz="1800" dirty="0"/>
              <a:t>+</a:t>
            </a:r>
            <a:endParaRPr lang="en-US" sz="2400" dirty="0"/>
          </a:p>
          <a:p>
            <a:pPr lvl="0"/>
            <a:r>
              <a:rPr lang="en-US" dirty="0"/>
              <a:t>Define associativity:</a:t>
            </a:r>
            <a:endParaRPr lang="en-US" sz="2800" dirty="0"/>
          </a:p>
          <a:p>
            <a:pPr lvl="1"/>
            <a:r>
              <a:rPr lang="en-US" dirty="0"/>
              <a:t>Left or right associative</a:t>
            </a:r>
            <a:endParaRPr lang="en-US" sz="2400" dirty="0"/>
          </a:p>
          <a:p>
            <a:pPr lvl="0"/>
            <a:r>
              <a:rPr lang="en-US" dirty="0"/>
              <a:t>Used by parsers and grammar rules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Programming languages avoid ambiguous grammars</a:t>
            </a:r>
            <a:endParaRPr lang="en-US" sz="2800" dirty="0"/>
          </a:p>
          <a:p>
            <a:pPr lvl="0"/>
            <a:r>
              <a:rPr lang="en-US" dirty="0"/>
              <a:t>C, Java, Python use:</a:t>
            </a:r>
            <a:endParaRPr lang="en-US" sz="2800" dirty="0"/>
          </a:p>
          <a:p>
            <a:pPr lvl="1"/>
            <a:r>
              <a:rPr lang="en-US" dirty="0"/>
              <a:t>Defined operator precedence</a:t>
            </a:r>
            <a:endParaRPr lang="en-US" sz="2400" dirty="0"/>
          </a:p>
          <a:p>
            <a:pPr lvl="1"/>
            <a:r>
              <a:rPr lang="en-US" dirty="0"/>
              <a:t>Clear syntax rules</a:t>
            </a:r>
            <a:endParaRPr lang="en-US" sz="2400" dirty="0"/>
          </a:p>
          <a:p>
            <a:pPr lvl="0"/>
            <a:r>
              <a:rPr lang="en-US" dirty="0"/>
              <a:t>Parsers generate unique parse trees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 – Arithmetic in C / Java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Expression: </a:t>
            </a:r>
            <a:r>
              <a:rPr lang="en-US" sz="2000" dirty="0"/>
              <a:t>a + b * c</a:t>
            </a:r>
            <a:endParaRPr lang="en-US" sz="2800" dirty="0"/>
          </a:p>
          <a:p>
            <a:pPr lvl="0"/>
            <a:r>
              <a:rPr lang="en-US" dirty="0"/>
              <a:t>Always interpreted as:</a:t>
            </a:r>
            <a:endParaRPr lang="en-US" sz="2800" dirty="0"/>
          </a:p>
          <a:p>
            <a:pPr lvl="1"/>
            <a:r>
              <a:rPr lang="en-US" dirty="0"/>
              <a:t>a + (b * c)</a:t>
            </a:r>
            <a:endParaRPr lang="en-US" sz="3600" dirty="0"/>
          </a:p>
          <a:p>
            <a:pPr lvl="0"/>
            <a:r>
              <a:rPr lang="en-US" dirty="0"/>
              <a:t>Grammar enforces precedence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Ambiguity occurs when a string has multiple parse trees</a:t>
            </a:r>
          </a:p>
          <a:p>
            <a:pPr lvl="0"/>
            <a:r>
              <a:rPr lang="en-US" dirty="0"/>
              <a:t>Causes serious problems in compiler design</a:t>
            </a:r>
          </a:p>
          <a:p>
            <a:pPr lvl="0"/>
            <a:r>
              <a:rPr lang="en-US" dirty="0"/>
              <a:t>Must be resolved for correct parsing</a:t>
            </a:r>
          </a:p>
          <a:p>
            <a:pPr lvl="0"/>
            <a:r>
              <a:rPr lang="en-US" dirty="0"/>
              <a:t>Essential concept for compiler designers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Aho</a:t>
            </a:r>
            <a:r>
              <a:rPr lang="en-US" dirty="0"/>
              <a:t>, A. V., Lam, M. S., </a:t>
            </a:r>
            <a:r>
              <a:rPr lang="en-US" dirty="0" err="1"/>
              <a:t>Sethi</a:t>
            </a:r>
            <a:r>
              <a:rPr lang="en-US" dirty="0"/>
              <a:t>, R., &amp; Ullman, J. D.</a:t>
            </a:r>
            <a:br>
              <a:rPr lang="en-US" dirty="0"/>
            </a:br>
            <a:r>
              <a:rPr lang="en-US" i="1" dirty="0"/>
              <a:t>Compilers: Principles, Techniques, and Tools</a:t>
            </a:r>
            <a:r>
              <a:rPr lang="en-US" dirty="0"/>
              <a:t> (2nd Ed.)</a:t>
            </a:r>
          </a:p>
          <a:p>
            <a:pPr lvl="0"/>
            <a:r>
              <a:rPr lang="en-US" dirty="0"/>
              <a:t>Alfred V. </a:t>
            </a:r>
            <a:r>
              <a:rPr lang="en-US" dirty="0" err="1"/>
              <a:t>Aho</a:t>
            </a:r>
            <a:r>
              <a:rPr lang="en-US" dirty="0"/>
              <a:t> &amp; Jeffrey D. Ullman, </a:t>
            </a:r>
            <a:r>
              <a:rPr lang="en-US" i="1" dirty="0"/>
              <a:t>The Theory of Parsing, Translation, and Compiling</a:t>
            </a:r>
            <a:endParaRPr lang="en-US" dirty="0"/>
          </a:p>
          <a:p>
            <a:pPr lvl="0"/>
            <a:r>
              <a:rPr lang="en-US" dirty="0" err="1"/>
              <a:t>GeeksforGeeks</a:t>
            </a:r>
            <a:r>
              <a:rPr lang="en-US" dirty="0"/>
              <a:t> – Ambiguous Grammar (Compiler Design)</a:t>
            </a:r>
          </a:p>
          <a:p>
            <a:pPr lvl="0"/>
            <a:r>
              <a:rPr lang="en-US" dirty="0"/>
              <a:t>NPTEL Compiler Design Lecture Notes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5717" y="2977054"/>
            <a:ext cx="6711654" cy="1439304"/>
          </a:xfrm>
        </p:spPr>
        <p:txBody>
          <a:bodyPr/>
          <a:lstStyle/>
          <a:p>
            <a:pPr marL="0" indent="0">
              <a:buNone/>
            </a:pPr>
            <a:r>
              <a:rPr lang="en-US" sz="7200" dirty="0" smtClean="0"/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91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341</TotalTime>
  <Words>535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What is Ambiguity in a Grammar?</vt:lpstr>
      <vt:lpstr>Introduction</vt:lpstr>
      <vt:lpstr>Grammar in Compiler Design</vt:lpstr>
      <vt:lpstr>Definition of Ambiguity</vt:lpstr>
      <vt:lpstr>Formal Explanation Using CFG</vt:lpstr>
      <vt:lpstr>What is a Parse Tree?</vt:lpstr>
      <vt:lpstr>How Ambiguity Occurs</vt:lpstr>
      <vt:lpstr>Ambiguous Grammar Example</vt:lpstr>
      <vt:lpstr>Multiple Parse Trees (Arithmetic Example)</vt:lpstr>
      <vt:lpstr>If-Else Ambiguity (Dangling Else Problem)</vt:lpstr>
      <vt:lpstr>Importance of Ambiguity in Compiler Design</vt:lpstr>
      <vt:lpstr>Why Compilers Must Eliminate Ambiguity</vt:lpstr>
      <vt:lpstr>Resolving Ambiguity – Grammar Rewriting</vt:lpstr>
      <vt:lpstr>Operator Precedence &amp; Associativity</vt:lpstr>
      <vt:lpstr>Real-World Application</vt:lpstr>
      <vt:lpstr>Case Study – Arithmetic in C / Java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Ambiguity in a Grammar?</dc:title>
  <dc:subject/>
  <dc:creator>Opw</dc:creator>
  <cp:keywords/>
  <dc:description>generated using python-pptx</dc:description>
  <cp:lastModifiedBy>gg</cp:lastModifiedBy>
  <cp:revision>6</cp:revision>
  <dcterms:created xsi:type="dcterms:W3CDTF">2013-01-27T09:14:16Z</dcterms:created>
  <dcterms:modified xsi:type="dcterms:W3CDTF">2026-01-20T06:21:05Z</dcterms:modified>
  <cp:category/>
</cp:coreProperties>
</file>